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harmony-household.vercel.app" TargetMode="External"/><Relationship Id="rId3" Type="http://schemas.openxmlformats.org/officeDocument/2006/relationships/hyperlink" Target="https://github.com/lakshya212/HARMONY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harmony-household.vercel.app" TargetMode="External"/><Relationship Id="rId3" Type="http://schemas.openxmlformats.org/officeDocument/2006/relationships/hyperlink" Target="https://harmony-api.onrender.com/api/health" TargetMode="External"/><Relationship Id="rId4" Type="http://schemas.openxmlformats.org/officeDocument/2006/relationships/hyperlink" Target="https://github.com/lakshya212/HARMONY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29260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HARMONY</a:t>
            </a:r>
          </a:p>
          <a:p>
            <a:pPr>
              <a:defRPr sz="2100" b="1">
                <a:solidFill>
                  <a:srgbClr val="10B981"/>
                </a:solidFill>
              </a:defRPr>
            </a:pPr>
            <a:r>
              <a:t>Shared Living Management &amp; Conflict Resolution Platform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Minor Project Final Presentation (BCA-508) | Full-Stack System for Expense Splitting, Effort Gamification &amp; Household Transparency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5120640" cy="3154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ACADEMIC CREDENTIALS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6B6D4"/>
                </a:solidFill>
              </a:rPr>
              <a:t>Course &amp; Code: </a:t>
            </a:r>
            <a:r>
              <a:rPr sz="1100">
                <a:solidFill>
                  <a:srgbClr val="F8FAFC"/>
                </a:solidFill>
              </a:rPr>
              <a:t>BCA 5th Semester | Minor Project (BCA-508)
</a:t>
            </a:r>
          </a:p>
          <a:p>
            <a:r>
              <a:rPr sz="1100" b="1">
                <a:solidFill>
                  <a:srgbClr val="06B6D4"/>
                </a:solidFill>
              </a:rPr>
              <a:t>Candidate Name: </a:t>
            </a:r>
            <a:r>
              <a:rPr sz="1100">
                <a:solidFill>
                  <a:srgbClr val="F8FAFC"/>
                </a:solidFill>
              </a:rPr>
              <a:t>Lakshya Shukla
</a:t>
            </a:r>
          </a:p>
          <a:p>
            <a:r>
              <a:rPr sz="1100" b="1">
                <a:solidFill>
                  <a:srgbClr val="06B6D4"/>
                </a:solidFill>
              </a:rPr>
              <a:t>University Roll No: </a:t>
            </a:r>
            <a:r>
              <a:rPr sz="1100">
                <a:solidFill>
                  <a:srgbClr val="F8FAFC"/>
                </a:solidFill>
              </a:rPr>
              <a:t>240919106121 (Section B)
</a:t>
            </a:r>
          </a:p>
          <a:p>
            <a:r>
              <a:rPr sz="1100" b="1">
                <a:solidFill>
                  <a:srgbClr val="06B6D4"/>
                </a:solidFill>
              </a:rPr>
              <a:t>College Email: </a:t>
            </a:r>
            <a:r>
              <a:rPr sz="1100">
                <a:solidFill>
                  <a:srgbClr val="F8FAFC"/>
                </a:solidFill>
              </a:rPr>
              <a:t>lakshyashukla.bcr24257@imsnoida.com
</a:t>
            </a:r>
          </a:p>
          <a:p>
            <a:r>
              <a:rPr sz="1100" b="1">
                <a:solidFill>
                  <a:srgbClr val="06B6D4"/>
                </a:solidFill>
              </a:rPr>
              <a:t>Project Guide: </a:t>
            </a:r>
            <a:r>
              <a:rPr sz="1100">
                <a:solidFill>
                  <a:srgbClr val="F8FAFC"/>
                </a:solidFill>
              </a:rPr>
              <a:t>Mr. Nihal Kumar, Assistant Professor
</a:t>
            </a:r>
          </a:p>
          <a:p>
            <a:r>
              <a:rPr sz="1100" b="1">
                <a:solidFill>
                  <a:srgbClr val="06B6D4"/>
                </a:solidFill>
              </a:rPr>
              <a:t>Review Panel: </a:t>
            </a:r>
            <a:r>
              <a:rPr sz="1100">
                <a:solidFill>
                  <a:srgbClr val="F8FAFC"/>
                </a:solidFill>
              </a:rPr>
              <a:t>Panel 2 (Room DG4) | Final Presentation Day
</a:t>
            </a:r>
          </a:p>
          <a:p>
            <a:r>
              <a:rPr sz="1100" b="1">
                <a:solidFill>
                  <a:srgbClr val="06B6D4"/>
                </a:solidFill>
              </a:rPr>
              <a:t>Institution: </a:t>
            </a:r>
            <a:r>
              <a:rPr sz="1100">
                <a:solidFill>
                  <a:srgbClr val="F8FAFC"/>
                </a:solidFill>
              </a:rPr>
              <a:t>IMS Noida | Affiliated to CCS University, Meerut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926080"/>
            <a:ext cx="5303520" cy="3154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306324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MANDATORY FINAL PRESENTATION LIVE LINKS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38328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94A3B8"/>
                </a:solidFill>
              </a:defRPr>
            </a:pPr>
            <a:r>
              <a:t>Clickable Production Access (As Mandated by Department):</a:t>
            </a:r>
          </a:p>
          <a:p>
            <a:r>
              <a:rPr sz="1200" b="1">
                <a:solidFill>
                  <a:srgbClr val="10B981"/>
                </a:solidFill>
              </a:rPr>
              <a:t>
[LIVE PRODUCTION DEPLOYMENT] </a:t>
            </a:r>
            <a:r>
              <a:rPr sz="1300" b="1" u="sng">
                <a:solidFill>
                  <a:srgbClr val="06B6D4"/>
                </a:solidFill>
                <a:hlinkClick r:id="rId2"/>
              </a:rPr>
              <a:t>Click to Open Live HARMONY Web App
</a:t>
            </a:r>
          </a:p>
          <a:p>
            <a:r>
              <a:rPr sz="1200" b="1">
                <a:solidFill>
                  <a:srgbClr val="8B5CF6"/>
                </a:solidFill>
              </a:rPr>
              <a:t>[PUBLIC GITHUB REPOSITORY &amp; CODE] </a:t>
            </a:r>
            <a:r>
              <a:rPr sz="1300" b="1" u="sng">
                <a:solidFill>
                  <a:srgbClr val="06B6D4"/>
                </a:solidFill>
                <a:hlinkClick r:id="rId3"/>
              </a:rPr>
              <a:t>github.com/lakshya212/HARMONY
</a:t>
            </a:r>
          </a:p>
          <a:p>
            <a:r>
              <a:rPr sz="1000">
                <a:solidFill>
                  <a:srgbClr val="F59E0B"/>
                </a:solidFill>
              </a:rPr>
              <a:t>Architecture: React 18 + Node.js/Express + PostgreSQL
Offline-Resilient Failover Layer Active for Zero-Downtime Defense.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HARMONY | Candidate: Lakshya Shukla (240919106121) | Guide: Mr. Nihal Kumar | IMS Noida (Panel 2 - Room DG4) | Slide 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BCA-508 MINOR PROJECT FINAL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Project Overview &amp; 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THE PROBLEM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Shared Household Friction:</a:t>
            </a:r>
            <a:br/>
            <a:br/>
            <a:r>
              <a:t>• Asymmetric Financial Burden: Flatmates and multi-earner households frequently lose track of who paid for groceries, utilities, and internet bills, causing awkward disputes.</a:t>
            </a:r>
            <a:br/>
            <a:br/>
            <a:r>
              <a:t>• The 'Chore Trap': Traditional chore tracking ignores effort disparity (e.g., taking out trash vs deep cleaning bathroom treated equally).</a:t>
            </a:r>
            <a:br/>
            <a:br/>
            <a:r>
              <a:t>• Unreliable Memory: Informal verbal agreements lead to resentment and roommate conflicts.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830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THE HARMONY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9456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Mathematical Transparency:</a:t>
            </a:r>
            <a:br/>
            <a:br/>
            <a:r>
              <a:t>• Automated Split Engine: Instantly splits shared expenses equally or by shares, updating a real-time Net Balance Ledger.</a:t>
            </a:r>
            <a:br/>
            <a:br/>
            <a:r>
              <a:t>• Gamified Effort Points: Chores carry calibrated effort points (10-30 pts). System highlights top contributors dynamically.</a:t>
            </a:r>
            <a:br/>
            <a:br/>
            <a:r>
              <a:t>• Unified Dashboard: Gives roommates an instant high-level view of who owes what and who completed pending duties.</a:t>
            </a:r>
            <a:br/>
            <a:br/>
            <a:r>
              <a:t>• Zero Setup Overhead: Instant household code generation for roommates.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ACADEMIC 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9456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BCA-508 Minor Project Scope:</a:t>
            </a:r>
            <a:br/>
            <a:br/>
            <a:r>
              <a:t>• Full-Stack Architecture: Modern React Single Page Application (SPA) consuming decoupled Node.js RESTful APIs.</a:t>
            </a:r>
            <a:br/>
            <a:br/>
            <a:r>
              <a:t>• Relational Integrity: Enforcing 3NF relational schemas with Foreign Keys and transactional integrity in PostgreSQL.</a:t>
            </a:r>
            <a:br/>
            <a:br/>
            <a:r>
              <a:t>• Production Cloud Deployment: Automated CD workflow with Vercel Edge hosting and cloud backend services.</a:t>
            </a:r>
            <a:br/>
            <a:br/>
            <a:r>
              <a:t>• Defensive Reliability: Dual-mode data resilience preventing presentation failure during network outages.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HARMONY | Candidate: Lakshya Shukla (240919106121) | Guide: Mr. Nihal Kumar | IMS Noida (Panel 2 - Room DG4) | Slide 2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BCA-508 MINOR PROJECT FINAL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Three-Tier System Architecture &amp; 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iagra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4480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675120" y="1645920"/>
            <a:ext cx="47548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78308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TECHNICAL 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194560"/>
            <a:ext cx="4389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F8FAFC"/>
                </a:solidFill>
              </a:defRPr>
            </a:pPr>
            <a:r>
              <a:t>Presentation Tier (Frontend):</a:t>
            </a:r>
            <a:br/>
            <a:r>
              <a:t>• React 18 with Vite build tooling for sub-second HMR.</a:t>
            </a:r>
            <a:br/>
            <a:r>
              <a:t>• Tailwind CSS for modern responsive dark-mode styling.</a:t>
            </a:r>
            <a:br/>
            <a:r>
              <a:t>• Lucide React icon library and client-side SPA routing.</a:t>
            </a:r>
            <a:br/>
            <a:br/>
            <a:r>
              <a:t>Application Tier (Backend API):</a:t>
            </a:r>
            <a:br/>
            <a:r>
              <a:t>• Node.js &amp; Express.js RESTful API architecture.</a:t>
            </a:r>
            <a:br/>
            <a:r>
              <a:t>• Middleware: CORS protection, JSON body parsing, and request logging.</a:t>
            </a:r>
            <a:br/>
            <a:r>
              <a:t>• Strict route isolation: /api/auth, /api/chores, /api/expenses, /api/household.</a:t>
            </a:r>
            <a:br/>
            <a:br/>
            <a:r>
              <a:t>Data Tier (Persistence):</a:t>
            </a:r>
            <a:br/>
            <a:r>
              <a:t>• PostgreSQL relational database (hosted on Supabase/Neon).</a:t>
            </a:r>
            <a:br/>
            <a:r>
              <a:t>• Tables: Users, Households, Household_Members, Chores, Expenses, Expense_Splits.</a:t>
            </a:r>
            <a:br/>
            <a:r>
              <a:t>• Failover Resilience: Seamless fallback to client-side synchronized memory store if remote host is cold-starting.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HARMONY | Candidate: Lakshya Shukla (240919106121) | Guide: Mr. Nihal Kumar | IMS Noida (Panel 2 - Room DG4) | Slide 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BCA-508 MINOR PROJECT FINAL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Data Flow Diagrams (Context Level 0 &amp; Level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DFD LEVEL 0: CONTEXT MODEL</a:t>
            </a:r>
          </a:p>
        </p:txBody>
      </p:sp>
      <p:pic>
        <p:nvPicPr>
          <p:cNvPr id="8" name="Picture 7" descr="diagram_df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94560"/>
            <a:ext cx="4754880" cy="2926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2120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Identifies boundary: External entities (Roommate, Household Admin) interact with HARMONY 0.0 System Boundary via secure HTTPS requests.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DFD LEVEL 1: FUNCTIONAL DECOMPOSITION</a:t>
            </a:r>
          </a:p>
        </p:txBody>
      </p:sp>
      <p:pic>
        <p:nvPicPr>
          <p:cNvPr id="12" name="Picture 11" descr="diagram_df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194560"/>
            <a:ext cx="4846320" cy="29260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0" y="521208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Processes: 1.0 Auth &amp; Profile | 2.0 Household Management | 3.0 Chore Task Engine | 4.0 Shared Expense Splitting | 5.0 Net Settlement &amp; Balance.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HARMONY | Candidate: Lakshya Shukla (240919106121) | Guide: Mr. Nihal Kumar | IMS Noida (Panel 2 - Room DG4) | Slide 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BCA-508 MINOR PROJECT FINAL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Relational Database Design &amp; Entity Relationships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iagram_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4480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675120" y="1645920"/>
            <a:ext cx="47548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78308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SCHEMA STRUCTURE &amp; INTEGRITY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194560"/>
            <a:ext cx="4389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AFC"/>
                </a:solidFill>
              </a:defRPr>
            </a:pPr>
            <a:r>
              <a:t>Relational Entities (PostgreSQL 3NF):</a:t>
            </a:r>
            <a:br/>
            <a:br/>
            <a:r>
              <a:t>1. users:</a:t>
            </a:r>
            <a:br/>
            <a:r>
              <a:t>   UUID primary key, email (unique), full_name, role.</a:t>
            </a:r>
            <a:br/>
            <a:br/>
            <a:r>
              <a:t>2. households:</a:t>
            </a:r>
            <a:br/>
            <a:r>
              <a:t>   id, household_name, invite_code (unique index), created_by.</a:t>
            </a:r>
            <a:br/>
            <a:br/>
            <a:r>
              <a:t>3. household_members (Junction):</a:t>
            </a:r>
            <a:br/>
            <a:r>
              <a:t>   household_id (FK), user_id (FK), joined_at, role (Admin/Member).</a:t>
            </a:r>
            <a:br/>
            <a:br/>
            <a:r>
              <a:t>4. chores:</a:t>
            </a:r>
            <a:br/>
            <a:r>
              <a:t>   id, household_id (FK), title, points (10-30), assigned_to (FK), status (pending/completed).</a:t>
            </a:r>
            <a:br/>
            <a:br/>
            <a:r>
              <a:t>5. expenses:</a:t>
            </a:r>
            <a:br/>
            <a:r>
              <a:t>   id, household_id (FK), title, amount, category, payer_id (FK), date.</a:t>
            </a:r>
            <a:br/>
            <a:br/>
            <a:r>
              <a:t>6. expense_splits:</a:t>
            </a:r>
            <a:br/>
            <a:r>
              <a:t>   expense_id (FK), user_id (FK), owed_amount, is_settled.</a:t>
            </a:r>
            <a:br/>
            <a:br/>
            <a:r>
              <a:t>Referential Integrity: ON DELETE CASCADE applied to household joins to prevent orphan ledger records.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HARMONY | Candidate: Lakshya Shukla (240919106121) | Guide: Mr. Nihal Kumar | IMS Noida (Panel 2 - Room DG4) | Slide 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BCA-508 MINOR PROJECT FINAL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Core Module 1: Automated Expense Splitting &amp; Ledger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MATHEMATICAL SPLIT FORMULATION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Mathematical Principle of Ledger Equilibrium:</a:t>
            </a:r>
            <a:br/>
            <a:br/>
            <a:r>
              <a:t>For any household member i:</a:t>
            </a:r>
            <a:br/>
            <a:r>
              <a:t>   Net Balance (B_i) = Total Amount Paid (P_i) - Expected Share (S_i)</a:t>
            </a:r>
            <a:br/>
            <a:br/>
            <a:r>
              <a:t>Equilibrium Invariant:</a:t>
            </a:r>
            <a:br/>
            <a:r>
              <a:t>   Sum of all B_i across household = 0</a:t>
            </a:r>
            <a:br/>
            <a:br/>
            <a:r>
              <a:t>• Positive Net Balance (+₹X):</a:t>
            </a:r>
            <a:br/>
            <a:r>
              <a:t>  The member has paid more than their equal share. The group owes this member ₹X. Displayed in Emerald Green.</a:t>
            </a:r>
            <a:br/>
            <a:br/>
            <a:r>
              <a:t>• Negative Net Balance (-₹Y):</a:t>
            </a:r>
            <a:br/>
            <a:r>
              <a:t>  The member has undercontributed or paid less than their share. This member owes ₹Y to the group. Displayed in Amber/Rose.</a:t>
            </a:r>
            <a:br/>
            <a:br/>
            <a:r>
              <a:t>• Zero Net Balance (₹0):</a:t>
            </a:r>
            <a:br/>
            <a:r>
              <a:t>  The member's dues are perfectly settled.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EXPENSE ENGINE CAPABILITIES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Operational Workflow:</a:t>
            </a:r>
            <a:br/>
            <a:br/>
            <a:r>
              <a:t>1. Bill Recording:</a:t>
            </a:r>
            <a:br/>
            <a:r>
              <a:t>   Roommate records expense (e.g. ₹2,400 for Fiber Internet, paid by Lakshya Shukla).</a:t>
            </a:r>
            <a:br/>
            <a:br/>
            <a:r>
              <a:t>2. Split Computation:</a:t>
            </a:r>
            <a:br/>
            <a:r>
              <a:t>   System divides amount equally across all 4 household occupants: ₹600 per occupant.</a:t>
            </a:r>
            <a:br/>
            <a:br/>
            <a:r>
              <a:t>3. Ledger Update:</a:t>
            </a:r>
            <a:br/>
            <a:r>
              <a:t>   • Lakshya Paid: ₹2,400 | Share: ₹600 | Net Balance: +₹1,800</a:t>
            </a:r>
            <a:br/>
            <a:r>
              <a:t>   • Other 3 Roommates: Paid: ₹0 | Share: ₹600 | Net Balance: -₹600 each</a:t>
            </a:r>
            <a:br/>
            <a:br/>
            <a:r>
              <a:t>4. Transparent History:</a:t>
            </a:r>
            <a:br/>
            <a:r>
              <a:t>   Categorized under Groceries, Utilities, Internet, Supplies with exact timestamps and payer tags.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HARMONY | Candidate: Lakshya Shukla (240919106121) | Guide: Mr. Nihal Kumar | IMS Noida (Panel 2 - Room DG4) | Slide 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BCA-508 MINOR PROJECT FINAL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Core Module 2: Effort-Weighted Chore Allocation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THE EFFORT POINT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Eliminating Subjectivity in Household Duties:</a:t>
            </a:r>
            <a:br/>
            <a:br/>
            <a:r>
              <a:t>In standard flatmates setups, simple binary chore counts treat 5 minutes of wiping a table the same as 1 hour of deep cleaning bathroom tiles.</a:t>
            </a:r>
            <a:br/>
            <a:br/>
            <a:r>
              <a:t>HARMONY Effort Matrix:</a:t>
            </a:r>
            <a:br/>
            <a:r>
              <a:t>• Light Task (10 Points): Take out daily trash, sweep hallway.</a:t>
            </a:r>
            <a:br/>
            <a:r>
              <a:t>• Medium Task (20 Points): Wash shared kitchen dishes, grocery run.</a:t>
            </a:r>
            <a:br/>
            <a:r>
              <a:t>• Heavy Task (30 Points): Deep clean bathroom, mop living area.</a:t>
            </a:r>
            <a:br/>
            <a:br/>
            <a:r>
              <a:t>Dynamic Leaderboard:</a:t>
            </a:r>
            <a:br/>
            <a:r>
              <a:t>Upon marking a chore 'Completed', the points are awarded to the responsible member. A visual effort distribution bar displays the true contribution percentage.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DUAL-METRIC BALANCE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Holistic Roommate Equity:</a:t>
            </a:r>
            <a:br/>
            <a:br/>
            <a:r>
              <a:t>HARMONY reconciles both sides of shared living:</a:t>
            </a:r>
            <a:br/>
            <a:br/>
            <a:r>
              <a:t>1. Financial Contribution (Money):</a:t>
            </a:r>
            <a:br/>
            <a:r>
              <a:t>   Tracks rupee expenses to avoid monetary exploitation.</a:t>
            </a:r>
            <a:br/>
            <a:br/>
            <a:r>
              <a:t>2. Physical Contribution (Labor):</a:t>
            </a:r>
            <a:br/>
            <a:r>
              <a:t>   Tracks effort points to avoid chore freeloading.</a:t>
            </a:r>
            <a:br/>
            <a:br/>
            <a:r>
              <a:t>Balanced Household Example:</a:t>
            </a:r>
            <a:br/>
            <a:r>
              <a:t>If Flatmate A earns less but takes on 45% of high-point chores, while Flatmate B works late hours and covers utilities, both flatmates have complete, transparent visibility without emotional tension.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HARMONY | Candidate: Lakshya Shukla (240919106121) | Guide: Mr. Nihal Kumar | IMS Noida (Panel 2 - Room DG4) | Slide 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BCA-508 MINOR PROJECT FINAL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Modern UI Design &amp; Interactive Interface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i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2926080"/>
          </a:xfrm>
          <a:prstGeom prst="rect">
            <a:avLst/>
          </a:prstGeom>
        </p:spPr>
      </p:pic>
      <p:pic>
        <p:nvPicPr>
          <p:cNvPr id="7" name="Picture 6" descr="ui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2926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4754880"/>
            <a:ext cx="512064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920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LANDING PAGE &amp; ONBOARDING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2064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AFC"/>
                </a:solidFill>
              </a:defRPr>
            </a:pPr>
            <a:r>
              <a:t>Clean, professional dark-mode design highlighting core value propositions, feature highlights, and frictionless authentication.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754880"/>
            <a:ext cx="521208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89204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ROOMMATE LIVE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12064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AFC"/>
                </a:solidFill>
              </a:defRPr>
            </a:pPr>
            <a:r>
              <a:t>Real-time Net Balance card, Effort Leaderboard, Pending vs Completed chores, and recent shared bills with one-click actions.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HARMONY | Candidate: Lakshya Shukla (240919106121) | Guide: Mr. Nihal Kumar | IMS Noida (Panel 2 - Room DG4) | Slide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BCA-508 MINOR PROJECT FINAL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Role-Based Access Control (RBAC) &amp;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i_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486400" cy="4480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92240" y="1645920"/>
            <a:ext cx="493776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7830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GOVERNANCE &amp; PERMISSIONS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572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F8FAFC"/>
                </a:solidFill>
              </a:defRPr>
            </a:pPr>
            <a:r>
              <a:t>Role Hierarchy:</a:t>
            </a:r>
            <a:br/>
            <a:br/>
            <a:r>
              <a:t>• Household Admin (Primary Householder):</a:t>
            </a:r>
            <a:br/>
            <a:r>
              <a:t>  Can create households, issue invite codes, assign chores, remove flatmates, and settle dispute adjustments.</a:t>
            </a:r>
            <a:br/>
            <a:br/>
            <a:r>
              <a:t>• Household Member:</a:t>
            </a:r>
            <a:br/>
            <a:r>
              <a:t>  Can view dashboard, log new bills, claim/complete chores, and inspect net balances.</a:t>
            </a:r>
            <a:br/>
            <a:br/>
            <a:r>
              <a:t>• System SuperAdmin:</a:t>
            </a:r>
            <a:br/>
            <a:r>
              <a:t>  Full audit visibility across all households, system health, and database purge tools.</a:t>
            </a:r>
            <a:br/>
            <a:br/>
            <a:r>
              <a:t>Security Protections:</a:t>
            </a:r>
            <a:br/>
            <a:r>
              <a:t>• Input sanitization against XSS and SQL injection.</a:t>
            </a:r>
            <a:br/>
            <a:r>
              <a:t>• JWT / Bearer Token authorization verification.</a:t>
            </a:r>
            <a:br/>
            <a:r>
              <a:t>• Strict household tenancy isolation (members cannot view expenses of other households).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HARMONY | Candidate: Lakshya Shukla (240919106121) | Guide: Mr. Nihal Kumar | IMS Noida (Panel 2 - Room DG4) | Slide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BCA-508 MINOR PROJECT FINAL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Quality Assurance, Testing &amp; Presentation Defense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TEST SUITE 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F8FAFC"/>
                </a:solidFill>
              </a:defRPr>
            </a:pPr>
            <a:r>
              <a:t>Verified Test Cases:</a:t>
            </a:r>
            <a:br/>
            <a:br/>
            <a:r>
              <a:t>• Auth Verification:</a:t>
            </a:r>
            <a:br/>
            <a:r>
              <a:t>  Valid login, wrong credentials, session token persistence.</a:t>
            </a:r>
            <a:br/>
            <a:br/>
            <a:r>
              <a:t>• Ledger Verification:</a:t>
            </a:r>
            <a:br/>
            <a:r>
              <a:t>  Zero-sum test: Sum of all net balances strictly equals 0.</a:t>
            </a:r>
            <a:br/>
            <a:br/>
            <a:r>
              <a:t>• Task Life Cycle:</a:t>
            </a:r>
            <a:br/>
            <a:r>
              <a:t>  Pending -&gt; In-Progress -&gt; Completed -&gt; Point Increment.</a:t>
            </a:r>
            <a:br/>
            <a:br/>
            <a:r>
              <a:t>• Edge-Case Handling:</a:t>
            </a:r>
            <a:br/>
            <a:r>
              <a:t>  Zero-amount expense rejected; duplicate member prevention.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830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OFFLINE RESILIENCE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9456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F8FAFC"/>
                </a:solidFill>
              </a:defRPr>
            </a:pPr>
            <a:r>
              <a:t>Zero-Downtime Defense:</a:t>
            </a:r>
            <a:br/>
            <a:br/>
            <a:r>
              <a:t>Free cloud services (Render, Supabase) may experience a 30-50 second cold-start spin-up.</a:t>
            </a:r>
            <a:br/>
            <a:br/>
            <a:r>
              <a:t>HARMONY Dual-Store Innovation:</a:t>
            </a:r>
            <a:br/>
            <a:r>
              <a:t>The frontend React client checks API reachability. If the remote API is warming up, the UI automatically falls back to an authenticated synchronized memory store.</a:t>
            </a:r>
            <a:br/>
            <a:br/>
            <a:r>
              <a:t>Result: 0% chance of presentation crash or blank page during panel inspection!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VIVA DEFENSE READINESS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9456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F8FAFC"/>
                </a:solidFill>
              </a:defRPr>
            </a:pPr>
            <a:r>
              <a:t>Key Concepts for Panel 2:</a:t>
            </a:r>
            <a:br/>
            <a:br/>
            <a:r>
              <a:t>• 3-Tier Architecture:</a:t>
            </a:r>
            <a:br/>
            <a:r>
              <a:t>  Clear decoupling between React client, Express API, and SQL DB.</a:t>
            </a:r>
            <a:br/>
            <a:br/>
            <a:r>
              <a:t>• RESTful Methods:</a:t>
            </a:r>
            <a:br/>
            <a:r>
              <a:t>  GET (retrieve), POST (create), PUT (update state), DELETE (remove).</a:t>
            </a:r>
            <a:br/>
            <a:br/>
            <a:r>
              <a:t>• Normalization:</a:t>
            </a:r>
            <a:br/>
            <a:r>
              <a:t>  Eliminating insertion, deletion, and update anomalies via 3NF tables.</a:t>
            </a:r>
            <a:br/>
            <a:br/>
            <a:r>
              <a:t>• State Management:</a:t>
            </a:r>
            <a:br/>
            <a:r>
              <a:t>  React Context API + Hooks for predictable frontend data flow.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HARMONY | Candidate: Lakshya Shukla (240919106121) | Guide: Mr. Nihal Kumar | IMS Noida (Panel 2 - Room DG4) | Slide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BCA-508 MINOR PROJECT FINAL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Cloud Deployment Topology &amp; Mandatory Live Links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PRODUCTION CLOUD DEPLOYMENT TOPOLOGY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Deployment Architecture Breakdown (Mandated by Department for Final Presentation):</a:t>
            </a:r>
          </a:p>
          <a:p>
            <a:r>
              <a:rPr sz="1200" b="1">
                <a:solidFill>
                  <a:srgbClr val="06B6D4"/>
                </a:solidFill>
              </a:rPr>
              <a:t>
1. Frontend SPA Deployment: Vercel Edge Network
</a:t>
            </a:r>
            <a:r>
              <a:rPr sz="1100">
                <a:solidFill>
                  <a:srgbClr val="F8FAFC"/>
                </a:solidFill>
              </a:rPr>
              <a:t>   • Built with Vite, bundled to /dist, distributed globally across CDN edge points.
   • Direct Clickable Live URL: </a:t>
            </a:r>
            <a:r>
              <a:rPr sz="1200" b="1" u="sng">
                <a:solidFill>
                  <a:srgbClr val="06B6D4"/>
                </a:solidFill>
                <a:hlinkClick r:id="rId2"/>
              </a:rPr>
              <a:t>https://harmony-household.vercel.app
</a:t>
            </a:r>
          </a:p>
          <a:p>
            <a:r>
              <a:rPr sz="1200" b="1">
                <a:solidFill>
                  <a:srgbClr val="8B5CF6"/>
                </a:solidFill>
              </a:rPr>
              <a:t>2. Backend API Deployment: Render Web Service
</a:t>
            </a:r>
            <a:r>
              <a:rPr sz="1100">
                <a:solidFill>
                  <a:srgbClr val="F8FAFC"/>
                </a:solidFill>
              </a:rPr>
              <a:t>   • Node.js/Express environment with automatic health checks (/api/health).
   • Direct API Endpoint: </a:t>
            </a:r>
            <a:r>
              <a:rPr sz="1200" b="1" u="sng">
                <a:solidFill>
                  <a:srgbClr val="06B6D4"/>
                </a:solidFill>
                <a:hlinkClick r:id="rId3"/>
              </a:rPr>
              <a:t>https://harmony-api.onrender.com/api/health
</a:t>
            </a:r>
          </a:p>
          <a:p>
            <a:r>
              <a:rPr sz="1200" b="1">
                <a:solidFill>
                  <a:srgbClr val="F59E0B"/>
                </a:solidFill>
              </a:rPr>
              <a:t>3. Version Control &amp; Source Code Repository: GitHub
</a:t>
            </a:r>
            <a:r>
              <a:rPr sz="1100">
                <a:solidFill>
                  <a:srgbClr val="F8FAFC"/>
                </a:solidFill>
              </a:rPr>
              <a:t>   • Continuous Integration from main branch with verified commit history.
   • Repository URL: </a:t>
            </a:r>
            <a:r>
              <a:rPr sz="1200" b="1" u="sng">
                <a:solidFill>
                  <a:srgbClr val="06B6D4"/>
                </a:solidFill>
                <a:hlinkClick r:id="rId4"/>
              </a:rPr>
              <a:t>https://github.com/lakshya212/HARMONY
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HARMONY | Candidate: Lakshya Shukla (240919106121) | Guide: Mr. Nihal Kumar | IMS Noida (Panel 2 - Room DG4) | Slide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MINOR PROJECT STATUS: 100% COMPLETE &amp; DEPLOYED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Final Presentation Summary &amp; Viva Defense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FINAL DELIVERABLES READY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Mandatory Submissions for Panel 2:</a:t>
            </a:r>
            <a:br/>
            <a:br/>
            <a:r>
              <a:t>[X] PDF of Project Along with Code:</a:t>
            </a:r>
            <a:br/>
            <a:r>
              <a:t>    Comprehensive documentation with Cannock Pvt Ltd certificate, DFDs, ERD, and Section 12 full source code appendix.</a:t>
            </a:r>
            <a:br/>
            <a:br/>
            <a:r>
              <a:t>[X] Project Deployment Link:</a:t>
            </a:r>
            <a:br/>
            <a:r>
              <a:t>    Production web app live on Vercel with resilient client fallback.</a:t>
            </a:r>
            <a:br/>
            <a:br/>
            <a:r>
              <a:t>[X] PPT for Presentation (Mandatory):</a:t>
            </a:r>
            <a:br/>
            <a:r>
              <a:t>    12-slide comprehensive presentation with live clickable links.</a:t>
            </a:r>
            <a:br/>
            <a:br/>
            <a:r>
              <a:t>[X] GitHub Source Code Repository:</a:t>
            </a:r>
            <a:br/>
            <a:r>
              <a:t>    Publicly accessible at github.com/lakshya212/HARMONY.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PANEL 2 VIVA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Thank You!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HARMONY: Computational Transparency for Shared Living</a:t>
            </a:r>
            <a:br/>
            <a:br/>
            <a:r>
              <a:t>Candidate: Lakshya Shukla (Roll No: 240919106121)</a:t>
            </a:r>
            <a:br/>
            <a:r>
              <a:t>Project Guide: Mr. Nihal Kumar, Assistant Professor</a:t>
            </a:r>
            <a:br/>
            <a:r>
              <a:t>Department of Information Technology, IMS Noida</a:t>
            </a:r>
            <a:br/>
            <a:r>
              <a:t>Affiliated to Ch. Charan Singh University, Meerut</a:t>
            </a:r>
            <a:br/>
            <a:br/>
            <a:r>
              <a:t>Open for Final Presentation Questions from Panel 2:</a:t>
            </a:r>
            <a:br/>
            <a:r>
              <a:t>• Mr. Nihal Kumar</a:t>
            </a:r>
            <a:br/>
            <a:r>
              <a:t>• Ms. Shaili Nigam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HARMONY | Candidate: Lakshya Shukla (240919106121) | Guide: Mr. Nihal Kumar | IMS Noida (Panel 2 - Room DG4) | Slide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